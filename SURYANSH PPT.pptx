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7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B4C6-D1BF-F3A8-3AF2-B223426D590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>
                <a:latin typeface="Devanagri"/>
              </a:rPr>
              <a:t>Hackathon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F6B7D-5E44-5EA8-B7E3-50360F62A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71256"/>
            <a:ext cx="8229600" cy="2512105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/>
              <a:t>Presented by-: </a:t>
            </a:r>
            <a:r>
              <a:rPr lang="en-US" dirty="0" err="1"/>
              <a:t>Revant,Suryansh</a:t>
            </a:r>
            <a:r>
              <a:rPr lang="en-US" dirty="0"/>
              <a:t> and Suryansh</a:t>
            </a:r>
          </a:p>
          <a:p>
            <a:r>
              <a:rPr lang="en-US" sz="4800" dirty="0"/>
              <a:t>TEAM HK 08</a:t>
            </a:r>
          </a:p>
        </p:txBody>
      </p:sp>
    </p:spTree>
    <p:extLst>
      <p:ext uri="{BB962C8B-B14F-4D97-AF65-F5344CB8AC3E}">
        <p14:creationId xmlns:p14="http://schemas.microsoft.com/office/powerpoint/2010/main" val="1052585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AI-Based Retail Sales Trend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/>
              <a:t>Corporate Sales Forecasting Presentation</a:t>
            </a:r>
          </a:p>
          <a:p>
            <a:r>
              <a:rPr b="1" dirty="0"/>
              <a:t>Prepared for Management Review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b="1"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dirty="0"/>
              <a:t>• 2-Year sales data analyzed</a:t>
            </a:r>
          </a:p>
          <a:p>
            <a:r>
              <a:rPr dirty="0"/>
              <a:t>• Seasonal and festive trends identified</a:t>
            </a:r>
          </a:p>
          <a:p>
            <a:r>
              <a:rPr dirty="0"/>
              <a:t>• AI model predicts future demand</a:t>
            </a:r>
          </a:p>
          <a:p>
            <a:r>
              <a:rPr dirty="0"/>
              <a:t>• Next Month Forecast: 2067.25</a:t>
            </a:r>
          </a:p>
          <a:p>
            <a:endParaRPr dirty="0"/>
          </a:p>
          <a:p>
            <a:r>
              <a:rPr dirty="0"/>
              <a:t>Goal: Improve inventory &amp; pricing decisions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b="1" dirty="0"/>
              <a:t>2-Year Sales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8C5FE-32DD-9CB8-6630-215016319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98282"/>
            <a:ext cx="8870092" cy="4785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Sales Pattern &amp; Seasonality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67688-6AD5-9F2F-0C32-22291117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0" y="2122713"/>
            <a:ext cx="9031140" cy="4364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</p:spPr>
        <p:txBody>
          <a:bodyPr/>
          <a:lstStyle/>
          <a:p>
            <a:r>
              <a:rPr b="1" dirty="0"/>
              <a:t>AI Forecasting Model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E2D0D-5199-C76A-8653-4E07F001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9144000" cy="44951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b="1" dirty="0"/>
              <a:t>Retail Sales Dashboard (</a:t>
            </a:r>
            <a:r>
              <a:rPr b="1" dirty="0" err="1"/>
              <a:t>Streamlit</a:t>
            </a:r>
            <a:r>
              <a:rPr b="1" dirty="0"/>
              <a:t> UI)</a:t>
            </a:r>
          </a:p>
        </p:txBody>
      </p:sp>
      <p:pic>
        <p:nvPicPr>
          <p:cNvPr id="3" name="Picture 2" descr="streamlit_ui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371600"/>
            <a:ext cx="9296400" cy="5486400"/>
          </a:xfrm>
          <a:prstGeom prst="rect">
            <a:avLst/>
          </a:prstGeom>
          <a:solidFill>
            <a:srgbClr val="FFFF00"/>
          </a:solidFill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70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Inventory Strategy:</a:t>
            </a:r>
          </a:p>
          <a:p>
            <a:r>
              <a:rPr dirty="0"/>
              <a:t>• Increase stock before festive months</a:t>
            </a:r>
          </a:p>
          <a:p>
            <a:r>
              <a:rPr dirty="0"/>
              <a:t>• Reduce inventory during low-demand periods</a:t>
            </a:r>
          </a:p>
          <a:p>
            <a:endParaRPr dirty="0"/>
          </a:p>
          <a:p>
            <a:r>
              <a:rPr dirty="0"/>
              <a:t>Pricing Strategy:</a:t>
            </a:r>
          </a:p>
          <a:p>
            <a:r>
              <a:rPr dirty="0"/>
              <a:t>• Premium pricing during high demand</a:t>
            </a:r>
          </a:p>
          <a:p>
            <a:r>
              <a:rPr dirty="0"/>
              <a:t>• Targeted discounts during slow months</a:t>
            </a:r>
          </a:p>
          <a:p>
            <a:endParaRPr dirty="0"/>
          </a:p>
          <a:p>
            <a:r>
              <a:rPr dirty="0"/>
              <a:t>Expected Result:</a:t>
            </a:r>
          </a:p>
          <a:p>
            <a:r>
              <a:rPr dirty="0"/>
              <a:t>Higher profitability &amp; reduced stock wastage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70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AI-driven forecasting improves business planning.</a:t>
            </a:r>
          </a:p>
          <a:p>
            <a:r>
              <a:rPr dirty="0"/>
              <a:t>Data-backed decisions reduce risk.</a:t>
            </a:r>
          </a:p>
          <a:p>
            <a:r>
              <a:rPr dirty="0"/>
              <a:t>Retailers can proactively manage demand fluctuations.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136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Devanagri</vt:lpstr>
      <vt:lpstr>Office Theme</vt:lpstr>
      <vt:lpstr>Hackathon 2026</vt:lpstr>
      <vt:lpstr>AI-Based Retail Sales Trend Analysis</vt:lpstr>
      <vt:lpstr>Executive Summary</vt:lpstr>
      <vt:lpstr>2-Year Sales Performance</vt:lpstr>
      <vt:lpstr>Sales Pattern &amp; Seasonality</vt:lpstr>
      <vt:lpstr>AI Forecasting Model Output</vt:lpstr>
      <vt:lpstr>Retail Sales Dashboard (Streamlit UI)</vt:lpstr>
      <vt:lpstr>Strategic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suryansh kumar</dc:creator>
  <cp:keywords/>
  <dc:description>generated using python-pptx</dc:description>
  <cp:lastModifiedBy>suryansh kumar</cp:lastModifiedBy>
  <cp:revision>4</cp:revision>
  <dcterms:created xsi:type="dcterms:W3CDTF">2013-01-27T09:14:16Z</dcterms:created>
  <dcterms:modified xsi:type="dcterms:W3CDTF">2026-02-20T08:36:02Z</dcterms:modified>
  <cp:category/>
</cp:coreProperties>
</file>